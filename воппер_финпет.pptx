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65" r:id="rId2"/>
    <p:sldId id="366" r:id="rId3"/>
    <p:sldId id="362" r:id="rId4"/>
    <p:sldId id="36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6796" autoAdjust="0"/>
  </p:normalViewPr>
  <p:slideViewPr>
    <p:cSldViewPr snapToGrid="0" showGuides="1">
      <p:cViewPr>
        <p:scale>
          <a:sx n="150" d="100"/>
          <a:sy n="150" d="100"/>
        </p:scale>
        <p:origin x="582" y="40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spc="600" dirty="0"/>
              <a:t>ВОППЕР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6. Мобильное приложение по повышению финансовой грамотности детей и молодежи Москвы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Image 3" descr=" ">
            <a:extLst>
              <a:ext uri="{FF2B5EF4-FFF2-40B4-BE49-F238E27FC236}">
                <a16:creationId xmlns:a16="http://schemas.microsoft.com/office/drawing/2014/main" id="{F961FC77-295F-2847-BFF7-A0433939E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6" y="271556"/>
            <a:ext cx="1149344" cy="5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7740FFD-225E-FE48-25C8-FEC081B162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5" b="12415"/>
          <a:stretch/>
        </p:blipFill>
        <p:spPr>
          <a:xfrm>
            <a:off x="0" y="334963"/>
            <a:ext cx="6456363" cy="29718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00" dirty="0">
                <a:solidFill>
                  <a:schemeClr val="tx1"/>
                </a:solidFill>
              </a:rPr>
              <a:t>Неделя разыгрывается прямо в доме: предметы открывают занятия, а кровать переводит питомца к следующему дню. В конце ребёнок возвращается к своему плану и видит, как реальные игровые решения повлияли на накопления и питомца.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Хорошилов Николай Максимович, программист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>
                <a:solidFill>
                  <a:schemeClr val="tx1"/>
                </a:solidFill>
              </a:rPr>
              <a:t>Команда студентов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ru-RU" dirty="0">
                <a:solidFill>
                  <a:schemeClr val="tx1"/>
                </a:solidFill>
              </a:rPr>
              <a:t>одногруппников МГТУ СТАНКИН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 «</a:t>
            </a:r>
            <a:r>
              <a:rPr lang="ru-RU" sz="2400" dirty="0" err="1">
                <a:solidFill>
                  <a:schemeClr val="accent5"/>
                </a:solidFill>
                <a:latin typeface="+mn-lt"/>
              </a:rPr>
              <a:t>Воппер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00" dirty="0" err="1">
                <a:solidFill>
                  <a:schemeClr val="tx1"/>
                </a:solidFill>
              </a:rPr>
              <a:t>Finni</a:t>
            </a:r>
            <a:r>
              <a:rPr lang="ru-RU" sz="1300" dirty="0">
                <a:solidFill>
                  <a:schemeClr val="tx1"/>
                </a:solidFill>
              </a:rPr>
              <a:t> — домашний мир питомца, где ребёнок проживает игровую неделю: планирует деньги, принимает решения по дням и видит, как они связаны с заботой и развитием питомца.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5142345" y="1458944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314629" y="4186966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Специалист по вовлечению и обучению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@mete1a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+79205833887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МГТУ СТАНКИН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314628" y="3559056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Данил </a:t>
            </a:r>
            <a:r>
              <a:rPr lang="ru-RU" sz="1600" b="1" dirty="0" err="1">
                <a:solidFill>
                  <a:schemeClr val="accent5"/>
                </a:solidFill>
              </a:rPr>
              <a:t>Рядинский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447663" y="1458944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619947" y="4186966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Техлид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@LittleIndianD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+79130733411 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МГТУ СТАНКИН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619946" y="3559056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Алексей Зайцев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837027" y="1458944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51DFDB-3497-EF2F-812D-4EAE1B94340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6" b="10746"/>
          <a:stretch>
            <a:fillRect/>
          </a:stretch>
        </p:blipFill>
        <p:spPr>
          <a:xfrm>
            <a:off x="3071976" y="1753038"/>
            <a:ext cx="1722438" cy="155257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DDB089-F7F8-1D97-EA8D-07A98494E07C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0" b="3850"/>
          <a:stretch>
            <a:fillRect/>
          </a:stretch>
        </p:blipFill>
        <p:spPr>
          <a:xfrm>
            <a:off x="5377026" y="1764151"/>
            <a:ext cx="1722438" cy="1541462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57F097-43AF-A063-2F1E-DFC3271A773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" b="873"/>
          <a:stretch>
            <a:fillRect/>
          </a:stretch>
        </p:blipFill>
        <p:spPr>
          <a:xfrm>
            <a:off x="7682076" y="1746688"/>
            <a:ext cx="1722438" cy="1558925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«ВОППЕР»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09311" y="4186966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@akinoyume17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+79521246732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МГТУ СТАНКИН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3009310" y="3559056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Николай Хорошилов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«ВОППЕР»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3"/>
            <a:ext cx="7733831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Мы - одногруппники из одного вуза и уже не первый раз работаем вместе. Нас объединяет интерес к разработке и </a:t>
            </a:r>
            <a:r>
              <a:rPr lang="ru-RU" sz="1200" dirty="0" err="1">
                <a:solidFill>
                  <a:schemeClr val="tx1"/>
                </a:solidFill>
              </a:rPr>
              <a:t>хакатонам</a:t>
            </a:r>
            <a:r>
              <a:rPr lang="ru-RU" sz="1200" dirty="0">
                <a:solidFill>
                  <a:schemeClr val="tx1"/>
                </a:solidFill>
              </a:rPr>
              <a:t>: мы регулярно участвуем в подобных проектах и хорошо знаем сильные стороны друг друга. В прошлом году мы уже участвовали в этом </a:t>
            </a:r>
            <a:r>
              <a:rPr lang="ru-RU" sz="1200" dirty="0" err="1">
                <a:solidFill>
                  <a:schemeClr val="tx1"/>
                </a:solidFill>
              </a:rPr>
              <a:t>хакатоне</a:t>
            </a:r>
            <a:r>
              <a:rPr lang="ru-RU" sz="1200" dirty="0">
                <a:solidFill>
                  <a:schemeClr val="tx1"/>
                </a:solidFill>
              </a:rPr>
              <a:t> и заняли призовое место, поэтому в этот раз решили вернуться с новым опытом и более сильным решением.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73382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Главным вызовом стало найти баланс между обучением и игрой. Нам было важно, чтобы ребенок действительно учился планировать бюджет и копить, но не чувствовал, что проходит обычный учебный тест. 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Поэтому мы связали финансовые решения с состоянием и развитием питомца, сделали ошибки безопасной частью игрового процесса и постарались максимально упростить интерфейс для детей 7–11 лет. Еще одной задачей было объединить бюджет, покупки, накопления и задания в один понятный игровой цикл.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7733829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200" dirty="0">
                <a:solidFill>
                  <a:schemeClr val="tx1"/>
                </a:solidFill>
              </a:rPr>
              <a:t>Нас заинтересовала возможность превратить обучение финансовой грамотности в игровой опыт. Вместо теории ребенок самостоятельно принимает решения: распределяет ограниченный бюджет, выбирает между необходимым и желаемым, копит на цель и сразу видит последствия через состояние и развитие питомца. Такая механика показалась нам одновременно полезной, понятной детям и интересной с точки зрения разработки.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В начале недели ребёнок получает карманные деньги и распределяет их между необходимыми расходами, желаниями и накоплениями. Затем проживает семь игровых дней: ухаживает за питомцем, совершает покупки, выполняет задания и принимает решения в финансовых ситуациях. День продвигается по действию игрока, а не по таймеру реального времени.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Квартира служит игровым пространством и способом навигации: телефон связан с покупками и сообщениями, копилка - с накоплениями, холодильник и стол - с едой, кровать - с переходом к следующему дню. В течение недели игра сохраняет план, покупки, сбережения, состояние питомца и события. В конце периода показывает, как запланированные суммы соотносятся с решениями игрока, отдельно объясняя влияние непредвиденных расходов.</a:t>
            </a:r>
          </a:p>
          <a:p>
            <a:pPr marL="0" indent="0">
              <a:buNone/>
            </a:pPr>
            <a:r>
              <a:rPr lang="ru-RU" sz="1200" dirty="0">
                <a:solidFill>
                  <a:schemeClr val="tx1"/>
                </a:solidFill>
              </a:rPr>
              <a:t>Приложение состоит из отдельных модулей: питомец, квартира, экономика, планирование, накопления, игровые события и обучение. Это позволяет менять каталог ситуаций и правила прогресса независимо от экранов. Денежные операции проходят через общий механизм, сохраняются вместе с историей и защищены от повторного списания при повторном нажатии или восстановлении приложения. Профиль и игровой прогресс хранятся локально; основной цикл рассчитан на работу без регистрации и интернета. Образовательные достижения отражают финансовые действия ребёнка, а игровой опыт и развитие питомца учитываются отдельно.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100" dirty="0">
                <a:solidFill>
                  <a:schemeClr val="tx1"/>
                </a:solidFill>
              </a:rPr>
              <a:t>Целевая аудитория - дети 7–11 лет и их родители. Вместо абстрактных объяснений ребёнок получает ограниченный бюджет и сталкивается с понятными выборами: купить нужное сейчас, отложить покупку, сохранить часть денег или накопить на цель.</a:t>
            </a:r>
          </a:p>
          <a:p>
            <a:pPr marL="0" indent="0">
              <a:buNone/>
            </a:pPr>
            <a:r>
              <a:rPr lang="ru-RU" sz="1100" dirty="0">
                <a:solidFill>
                  <a:schemeClr val="tx1"/>
                </a:solidFill>
              </a:rPr>
              <a:t>Главный мотив возвращаться в игру - собственный питомец и его домашний мир. Финансовые решения встроены в повседневные действия: ребёнок кормит питомца, выбирает товары, реагирует на события и наблюдает за его развитием. Значимые решения повторяются в разных обстоятельствах, поэтому ребёнок может не только узнать правило, но и применить его в новом игровом случае. Забота и хорошее настроение питомца доступны и через бесплатные действия, так что игра не связывает привязанность к герою с тратами.</a:t>
            </a:r>
          </a:p>
          <a:p>
            <a:pPr marL="0" indent="0">
              <a:buNone/>
            </a:pPr>
            <a:r>
              <a:rPr lang="ru-RU" sz="1100" dirty="0">
                <a:solidFill>
                  <a:schemeClr val="tx1"/>
                </a:solidFill>
              </a:rPr>
              <a:t>Для родителей </a:t>
            </a:r>
            <a:r>
              <a:rPr lang="ru-RU" sz="1100" dirty="0" err="1">
                <a:solidFill>
                  <a:schemeClr val="tx1"/>
                </a:solidFill>
              </a:rPr>
              <a:t>Finni</a:t>
            </a:r>
            <a:r>
              <a:rPr lang="ru-RU" sz="1100" dirty="0">
                <a:solidFill>
                  <a:schemeClr val="tx1"/>
                </a:solidFill>
              </a:rPr>
              <a:t> предлагает понятный способ поддержать первые самостоятельные решения ребёнка. Достижения показывают, с какими финансовыми ситуациями он познакомился и какие действия уже научился применять. Ошибка не лишает ребёнка прежних успехов: игра объясняет последствия и оставляет возможность выбрать следующий шаг. Формат не предполагает реальных платежей, рекламы или обязательной регистрации.</a:t>
            </a:r>
          </a:p>
          <a:p>
            <a:pPr marL="0" indent="0">
              <a:buNone/>
            </a:pP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11507</TotalTime>
  <Words>796</Words>
  <Application>Microsoft Office PowerPoint</Application>
  <PresentationFormat>Широкоэкранный</PresentationFormat>
  <Paragraphs>55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Montserrat</vt:lpstr>
      <vt:lpstr>Wingdings</vt:lpstr>
      <vt:lpstr>Для Академия инноваторов 16_9</vt:lpstr>
      <vt:lpstr>ВОППЕР</vt:lpstr>
      <vt:lpstr>Команда «Воппер»</vt:lpstr>
      <vt:lpstr>КОМАНДА «ВОППЕР»</vt:lpstr>
      <vt:lpstr>КОМАНДА «ВОППЕР»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zitrax x</cp:lastModifiedBy>
  <cp:revision>103</cp:revision>
  <dcterms:created xsi:type="dcterms:W3CDTF">2023-05-15T07:36:23Z</dcterms:created>
  <dcterms:modified xsi:type="dcterms:W3CDTF">2026-09-29T11:16:05Z</dcterms:modified>
</cp:coreProperties>
</file>